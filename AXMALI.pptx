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2" r:id="rId5"/>
    <p:sldId id="259" r:id="rId6"/>
    <p:sldId id="258" r:id="rId7"/>
    <p:sldId id="260" r:id="rId8"/>
    <p:sldId id="261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2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8E857-96A2-2393-B45D-30356A2FB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8E7F48-F58B-44BA-5A14-14B1D6DCAD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034AB-763B-17D4-CC67-EE584ADCA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EF59-580B-46BB-8357-C3A5FD4F6A52}" type="datetimeFigureOut">
              <a:rPr lang="en-BE" smtClean="0"/>
              <a:t>23/02/2026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33C0F0-5159-4EE6-718B-385DE00A0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AA437-8EC4-DDBE-8BAD-D3B1CF6DB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0F0E-569E-4086-8591-612DC1D46C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9412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05ECD-1CA0-4E49-F087-EB1D998EF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09A43-4018-EC6F-C2BA-C6F7719656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0F57-F47C-64F7-CED8-7E662E243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EF59-580B-46BB-8357-C3A5FD4F6A52}" type="datetimeFigureOut">
              <a:rPr lang="en-BE" smtClean="0"/>
              <a:t>23/02/2026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BC256B-D701-4A7F-BEED-777EF7ABE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1D5304-4B7D-AE46-80E4-FF989330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0F0E-569E-4086-8591-612DC1D46C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470761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5341-CC29-3C3A-4116-599C548DB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5E6DF-4660-38EE-FDD0-E0B606648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760867-E0D7-AEFC-7115-BBD16A5C2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EF59-580B-46BB-8357-C3A5FD4F6A52}" type="datetimeFigureOut">
              <a:rPr lang="en-BE" smtClean="0"/>
              <a:t>23/02/2026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63D84-59E0-EA24-9302-D8C135422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38E212-B72B-D713-263D-6F75D982C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0F0E-569E-4086-8591-612DC1D46C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14312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F37BD-5B71-5425-9118-22FBAE903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28C1D-F86B-B081-DF46-B227947F72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01AEC8-B706-4F69-A681-1457FC7FB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85A4FD-913E-FCC1-96C2-8CEA9B21E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EF59-580B-46BB-8357-C3A5FD4F6A52}" type="datetimeFigureOut">
              <a:rPr lang="en-BE" smtClean="0"/>
              <a:t>23/02/2026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EB3673-A5F9-4C36-52A5-137934CE8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5DBD3-1949-23BB-623D-470E07F8D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0F0E-569E-4086-8591-612DC1D46C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500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98B0D-4F0B-4D35-5AC1-8DCF97504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091173-71F7-9A71-5C5A-8C5760CB4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A1C29-87AE-2A6D-92D6-182D7A3F0E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C7422-B840-1289-88B4-43540922A9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EC178F-2E79-4B6C-9B36-BA1616D48B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0C8654-9F55-C6FC-A0F8-098145FF1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EF59-580B-46BB-8357-C3A5FD4F6A52}" type="datetimeFigureOut">
              <a:rPr lang="en-BE" smtClean="0"/>
              <a:t>23/02/2026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5A3F27-91A4-C3CD-AC29-058F5954C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DC6A81-E377-73F0-6BDD-317AE3E70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0F0E-569E-4086-8591-612DC1D46C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86635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9E783-9758-8708-F63D-87736D4D0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1CC3E6-EEDC-3B56-31C8-4B341D0C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EF59-580B-46BB-8357-C3A5FD4F6A52}" type="datetimeFigureOut">
              <a:rPr lang="en-BE" smtClean="0"/>
              <a:t>23/02/2026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EF46DE-B4E9-54F7-83F2-B6C788A30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176D81-C6DA-371B-CCE6-0D5F83496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0F0E-569E-4086-8591-612DC1D46C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16310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FBE558-4F6D-780E-9FDA-A84EFC873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EF59-580B-46BB-8357-C3A5FD4F6A52}" type="datetimeFigureOut">
              <a:rPr lang="en-BE" smtClean="0"/>
              <a:t>23/02/2026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94C29B-3823-F658-8562-7F8D03DD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15DE0-3A5B-272B-3038-761B3DBD9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0F0E-569E-4086-8591-612DC1D46C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08473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6A4DC-54EB-2B1F-66A4-F104FA8D2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1A923-6554-3CC8-2CA1-A251EE37C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3E007D-01AD-4894-A316-E8FE22AF4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38EDC5-8959-DF4A-796B-26A660BFC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EF59-580B-46BB-8357-C3A5FD4F6A52}" type="datetimeFigureOut">
              <a:rPr lang="en-BE" smtClean="0"/>
              <a:t>23/02/2026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7E5AE0-33E3-EAF2-6A0F-16326FC00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0496D9-1DD4-66AF-C0F1-DF2B19F36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0F0E-569E-4086-8591-612DC1D46C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51932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755A5-63EE-77D6-B6C4-597FC26A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AB064D-23C7-6015-6914-4CAFAB8821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A9F35-7DC7-8D02-553C-BFB67994A3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762A0-F90D-4B3E-946D-F67DA961D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EF59-580B-46BB-8357-C3A5FD4F6A52}" type="datetimeFigureOut">
              <a:rPr lang="en-BE" smtClean="0"/>
              <a:t>23/02/2026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1FB6E-530C-9061-02E5-9EC663B1A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5F63D-D4F7-E931-DA98-5B5991528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0F0E-569E-4086-8591-612DC1D46C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38317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8CFDB-1024-A3B5-14F9-4F4CA1EB4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992A4B-812F-E39E-4BDC-9F6550B9B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85319-9865-9B40-56E5-5F69BCB6F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EF59-580B-46BB-8357-C3A5FD4F6A52}" type="datetimeFigureOut">
              <a:rPr lang="en-BE" smtClean="0"/>
              <a:t>23/02/2026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0D29E-E6DD-BAF3-FFE9-FB81FBBDA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B3343-2035-0C77-B79D-D081CFB81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0F0E-569E-4086-8591-612DC1D46C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83291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793ABB-ED16-AE68-0AFA-885F800032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16F0A-DAB2-65A1-5B30-5CDF0DBA7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22CB6-BE7C-550C-C3F6-CF8B4AD68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EF59-580B-46BB-8357-C3A5FD4F6A52}" type="datetimeFigureOut">
              <a:rPr lang="en-BE" smtClean="0"/>
              <a:t>23/02/2026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272A3-61E2-FD0F-35CA-D12475B2F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01585-25D3-E976-5C99-6847A9B31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30F0E-569E-4086-8591-612DC1D46C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05434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BFE530-9FDD-8A21-FD82-809A0787C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AA73E-136B-5367-AE9E-78247395D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28B9B-95E8-D6DD-B3CE-7823AC634A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D3EF59-580B-46BB-8357-C3A5FD4F6A52}" type="datetimeFigureOut">
              <a:rPr lang="en-BE" smtClean="0"/>
              <a:t>23/02/2026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0EEC7-6854-B84B-3DF8-8F7D7AE925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47672-58E0-E21A-C5C2-9B9AC20E6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930F0E-569E-4086-8591-612DC1D46CEB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50374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10455-97A1-6E64-CA01-AB23D3AF8C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AXMALI</a:t>
            </a:r>
            <a:endParaRPr lang="en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12A8B5-07BB-3EB5-ABFD-912AF02647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Presentation, Project 1</a:t>
            </a:r>
          </a:p>
          <a:p>
            <a:r>
              <a:rPr lang="en-GB" dirty="0"/>
              <a:t>2 march 2026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266459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452C3C-5A06-8442-09D0-C0E859D8E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524" y="1967265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Topology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8C9526-CDF2-81C4-3DFD-60F81AB42A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2109" y="808073"/>
            <a:ext cx="7848923" cy="527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009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0394C-6978-C4B1-8D0C-A9E651057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0871A-08E2-6E57-36E6-64B58C2F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we worked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1C4DE-5B88-A6C1-2675-F25CCFA0C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Talk about roles of lily, max, and axel in our fabulous company AXMALI </a:t>
            </a:r>
            <a:r>
              <a:rPr lang="en-GB" dirty="0">
                <a:sym typeface="Wingdings" panose="05000000000000000000" pitchFamily="2" charset="2"/>
              </a:rPr>
              <a:t> 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39445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41453-3AF6-EFBF-576A-73F8E46F6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B402-A1CF-54EB-DE9B-056DB6D16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we worked (</a:t>
            </a:r>
            <a:r>
              <a:rPr lang="en-GB" dirty="0" err="1"/>
              <a:t>cont</a:t>
            </a:r>
            <a:r>
              <a:rPr lang="en-GB" dirty="0"/>
              <a:t>)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27697-7862-7D26-876C-85AA125A4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en-GB" dirty="0"/>
              <a:t>Two main tools used: Jira + </a:t>
            </a:r>
            <a:r>
              <a:rPr lang="en-GB" dirty="0" err="1"/>
              <a:t>Github</a:t>
            </a:r>
            <a:endParaRPr lang="en-B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D8AB53-5C33-9DD4-A078-80C6C2ACA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51" y="2366929"/>
            <a:ext cx="5433156" cy="33554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4BF59A-9112-4EA5-4385-28B703723C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899" y="2366929"/>
            <a:ext cx="5921635" cy="3989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36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FB1FB5-17F1-28D2-1799-C3DFEECB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Static IPs + Subnets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78EAD22-BFDE-36C9-A1A4-E1E5CC2C38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0672" y="621506"/>
            <a:ext cx="7107344" cy="536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392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50BA3-F3DA-9AC2-6DA1-045280082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ACL / AAA / DMZ / Firewall 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8CEAB-A527-4C7A-BC3C-F18787A78D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Probably 2-3 slides here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144437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9E12E-DF8E-0584-71F1-8172B6A7D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hardening measures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AFAE9-D13A-D024-4F56-C7BEB74F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Things we though of but couldn’t implement and or ran out of time:</a:t>
            </a:r>
          </a:p>
          <a:p>
            <a:endParaRPr lang="en-GB" dirty="0"/>
          </a:p>
          <a:p>
            <a:pPr lvl="1"/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subnet (/28…16-48), didn’t work so we had to abandon </a:t>
            </a:r>
          </a:p>
          <a:p>
            <a:pPr lvl="1"/>
            <a:r>
              <a:rPr lang="en-GB" dirty="0"/>
              <a:t>VOIP : not supported on Router 8200, a day of troubleshooting</a:t>
            </a:r>
          </a:p>
          <a:p>
            <a:pPr lvl="1"/>
            <a:r>
              <a:rPr lang="en-GB" dirty="0"/>
              <a:t>FTP server</a:t>
            </a:r>
          </a:p>
          <a:p>
            <a:pPr lvl="1"/>
            <a:r>
              <a:rPr lang="en-GB" dirty="0"/>
              <a:t>VLANs, some but not all (ex VOIP ok, IT1 ok, IT10 no) </a:t>
            </a:r>
          </a:p>
          <a:p>
            <a:pPr lvl="1"/>
            <a:r>
              <a:rPr lang="en-GB" dirty="0"/>
              <a:t>Certain codes not accepted on basic servers and routers (logging, disable “too many logins”, quiet mode access list, watch login attacks, min length security passwords…)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65115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F38BE-A99A-4440-1A15-441AFD3EC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Axel : Lessons Learned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0187CE-CE51-AFC2-0715-07823B4FF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495235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2AF8A-85BD-9C7A-43C2-BB3384D31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DF8B9-D75F-E46F-C1C2-F3A7BDD32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Max : Lessons Learned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AD54C-1E5D-65A3-F172-8AC5B0095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335662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F5C93-7515-CA6F-7C02-5C09D0A7E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7BB4-7CF7-1D17-C316-CF981D8F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Lily : Lessons Learned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E5533-B5B9-9BD7-0932-C6A9FDC26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19099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A7F73-F318-C376-134E-FFCA0926A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068D0-D134-44A6-B056-045447D22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Fancy meme to make Thomas happy</a:t>
            </a:r>
            <a:endParaRPr lang="en-B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67060B-82D2-DCBB-8082-2A8DB04CF5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3264" y="1971462"/>
            <a:ext cx="5614986" cy="3995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3203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2676</TotalTime>
  <Words>167</Words>
  <Application>Microsoft Office PowerPoint</Application>
  <PresentationFormat>Widescreen</PresentationFormat>
  <Paragraphs>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Wingdings</vt:lpstr>
      <vt:lpstr>Office Theme</vt:lpstr>
      <vt:lpstr>AXMALI</vt:lpstr>
      <vt:lpstr>Topology</vt:lpstr>
      <vt:lpstr>How we worked</vt:lpstr>
      <vt:lpstr>How we worked (cont)</vt:lpstr>
      <vt:lpstr>Static IPs + Subnets</vt:lpstr>
      <vt:lpstr>ACL / AAA / DMZ / Firewall </vt:lpstr>
      <vt:lpstr>Other hardening measures</vt:lpstr>
      <vt:lpstr>Axel : Lessons Learned</vt:lpstr>
      <vt:lpstr>Max : Lessons Learned</vt:lpstr>
      <vt:lpstr>Lily : Lessons Learned</vt:lpstr>
      <vt:lpstr>Fancy meme to make Thomas happy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Lily Caldwell</dc:creator>
  <cp:lastModifiedBy>Lily Caldwell</cp:lastModifiedBy>
  <cp:revision>2</cp:revision>
  <dcterms:created xsi:type="dcterms:W3CDTF">2026-02-23T14:52:49Z</dcterms:created>
  <dcterms:modified xsi:type="dcterms:W3CDTF">2026-02-25T11:29:00Z</dcterms:modified>
</cp:coreProperties>
</file>